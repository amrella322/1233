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Розвиток штучного інтелекту у 2026 році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Штучний інтелект як ключова технологія майбутнього</a:t>
            </a:r>
          </a:p>
          <a:p>
            <a:r>
              <a:t>Вплив на суспільство, економіку та освіту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Вступ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 рік став переломним у розвитку штучного інтелекту.</a:t>
            </a:r>
          </a:p>
          <a:p>
            <a:r>
              <a:t>AI почав активно використовуватись у бізнесі, освіті, медицині та побуті.</a:t>
            </a:r>
          </a:p>
          <a:p>
            <a:r>
              <a:t>У 2026 році очікується ще швидший розвиток і поява нових можливостей.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Автономні AI-агенти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 2026 році автономні AI-агенти стануть більш розумними.</a:t>
            </a:r>
          </a:p>
          <a:p>
            <a:r>
              <a:t>Вони зможуть самостійно аналізувати інформацію та приймати рішення.</a:t>
            </a:r>
          </a:p>
          <a:p>
            <a:r>
              <a:t>Такі системи будуть виконувати складні задачі без постійного контролю людини.</a:t>
            </a:r>
          </a:p>
          <a:p>
            <a:r>
              <a:t>Це корисно для бізнесу, але помилки в роботі можуть створювати проблеми.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у бізнесі та навчанні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 бізнесі AI зможе автоматизувати управління процесами.</a:t>
            </a:r>
          </a:p>
          <a:p>
            <a:r>
              <a:t>Компанії зможуть зменшити витрати та підвищити ефективність.</a:t>
            </a:r>
          </a:p>
          <a:p>
            <a:r>
              <a:t>В освіті AI допоможе створювати персоналізовані програми навчання.</a:t>
            </a:r>
          </a:p>
          <a:p>
            <a:r>
              <a:t>Учні зможуть навчатись у власному темпі.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у повсякденному житті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Штучний інтелект стане частиною щоденного життя людей.</a:t>
            </a:r>
          </a:p>
          <a:p>
            <a:r>
              <a:t>AI буде допомагати планувати день, роботу та навчання.</a:t>
            </a:r>
          </a:p>
          <a:p>
            <a:r>
              <a:t>Розумні асистенти зможуть давати поради та нагадування.</a:t>
            </a:r>
          </a:p>
          <a:p>
            <a:r>
              <a:t>Проте існує ризик надмірної залежності від технологій.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Доступність AI-сервісів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AI-сервіси стануть дешевшими та доступнішими.</a:t>
            </a:r>
          </a:p>
          <a:p>
            <a:r>
              <a:t>Малий бізнес отримає доступ до сучасних технологій.</a:t>
            </a:r>
          </a:p>
          <a:p>
            <a:r>
              <a:t>Студенти зможуть використовувати AI для навчання та досліджень.</a:t>
            </a:r>
          </a:p>
          <a:p>
            <a:r>
              <a:t>Разом з цим деякі професії можуть втратити актуальність.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Ризики та виклики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Основні ризики пов’язані з безпекою та контролем AI.</a:t>
            </a:r>
          </a:p>
          <a:p>
            <a:r>
              <a:t>Можливе скорочення робочих місць.</a:t>
            </a:r>
          </a:p>
          <a:p>
            <a:r>
              <a:t>Важливо навчитися правильно використовувати AI.</a:t>
            </a:r>
          </a:p>
          <a:p>
            <a:r>
              <a:t>Потрібне регулювання та етичні норми.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 рік може стати важливим етапом розвитку штучного інтелекту.</a:t>
            </a:r>
          </a:p>
          <a:p>
            <a:r>
              <a:t>AI принесе значну користь суспільству.</a:t>
            </a:r>
          </a:p>
          <a:p>
            <a:r>
              <a:t>Водночас існують ризики, які потрібно враховувати.</a:t>
            </a:r>
          </a:p>
          <a:p>
            <a:r>
              <a:t>Головне — відповідальне використання технологій.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